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 EDA Insight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Kelompok 6 — Data Science Programming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Fitur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EDA Dashboard</a:t>
            </a:r>
          </a:p>
          <a:p>
            <a:pPr lvl="1"/>
            <a:r>
              <a:t>Data Cleaning Before/After</a:t>
            </a:r>
          </a:p>
          <a:p>
            <a:pPr lvl="1"/>
            <a:r>
              <a:t>Descriptive Statistics</a:t>
            </a:r>
          </a:p>
          <a:p>
            <a:pPr lvl="1"/>
            <a:r>
              <a:t>Automated Visualization</a:t>
            </a:r>
          </a:p>
          <a:p>
            <a:pPr lvl="1"/>
            <a:r>
              <a:t>Insight Generator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